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45C4-6E9B-46A9-8AA2-BA82F2B5DD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7200" dirty="0">
                <a:latin typeface="Algerian" panose="04020705040A02060702" pitchFamily="82" charset="0"/>
              </a:rPr>
              <a:t>Cloud Computing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459E547-9FA7-432D-831B-FA9A45006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04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909348-A6B4-42CB-B8FA-F09DAF57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215" y="1023558"/>
            <a:ext cx="8158688" cy="644605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 to Cloud Computing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820802-4B72-460B-ACE1-25A436CB2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5067" y="1927654"/>
            <a:ext cx="8158690" cy="430015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dirty="0"/>
              <a:t>Cloud computing refers to the delivery of computing services over the internet, enabling users to store, manage, and process data in remote servers.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algn="l"/>
            <a:r>
              <a:rPr lang="en-US" b="1" dirty="0"/>
              <a:t>Key Benefits</a:t>
            </a:r>
            <a:r>
              <a:rPr lang="en-US" dirty="0"/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Cost Efficiency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Scalability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Flexibility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Accessibility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08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9219-46DF-4564-861D-D49EF49A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165" y="778476"/>
            <a:ext cx="9032791" cy="686373"/>
          </a:xfrm>
        </p:spPr>
        <p:txBody>
          <a:bodyPr>
            <a:no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Types of Cloud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96DD78-ABC7-4AE8-B59D-8DB6CC03C4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50" t="-589" r="-959"/>
          <a:stretch/>
        </p:blipFill>
        <p:spPr>
          <a:xfrm>
            <a:off x="6429251" y="2335427"/>
            <a:ext cx="4911872" cy="2360141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7A0BD7-D919-4EE4-A146-1D0ECA88D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399" y="1464849"/>
            <a:ext cx="5133852" cy="4614675"/>
          </a:xfrm>
        </p:spPr>
        <p:txBody>
          <a:bodyPr>
            <a:normAutofit fontScale="92500"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Public Cloud: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Hosted by third-party providers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Shared resources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Examples: AWS, Microsoft Azure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Private Cloud: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Exclusively used by a single organization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Greater control &amp; security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Hybrid Cloud: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200" dirty="0"/>
              <a:t>Combination of public and private clouds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200" dirty="0"/>
              <a:t>Balance between flexibility &amp; control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95628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DEF0-D2AD-453E-BDDA-7EC16CA4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64" y="289810"/>
            <a:ext cx="6241816" cy="1371600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Cloud Service Models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AF8688-8122-4DC9-BD3D-E1161C0AB2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404" r="-471"/>
          <a:stretch/>
        </p:blipFill>
        <p:spPr>
          <a:xfrm>
            <a:off x="837766" y="1540217"/>
            <a:ext cx="4758203" cy="3777565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57C94A-ECD4-4FEF-AC6B-FDCE54334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2963" y="1430808"/>
            <a:ext cx="5571272" cy="4982349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IaaS (Infrastructure as a Service):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2000" dirty="0"/>
              <a:t>Provides virtualized computing resources over the internet.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2000" dirty="0"/>
              <a:t>Examples: AWS EC2, Google Compute Engine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PaaS (Platform as a Service):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2000" dirty="0"/>
              <a:t>Offers development platforms for building and deploying applications.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2000" dirty="0"/>
              <a:t>Examples: AWS Elastic Beanstalk, Heroku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SaaS (Software as a Service):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2000" dirty="0"/>
              <a:t>Delivers fully managed software applications over the internet.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2000" dirty="0"/>
              <a:t>Examples: Gmail, Salesforce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438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3672A5B-4D73-4AB6-820D-430F022D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Major Cloud Providers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0C9416B-397A-451A-8A0A-98B9020052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0568" y="2560320"/>
            <a:ext cx="4881110" cy="2928666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D972A1-FFB4-4A31-B23E-6947B5595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5254" y="2560319"/>
            <a:ext cx="5881815" cy="3729269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Amazon Web Services (AWS):</a:t>
            </a:r>
          </a:p>
          <a:p>
            <a:pPr marL="0" indent="0">
              <a:buNone/>
            </a:pPr>
            <a:r>
              <a:rPr lang="en-IN" sz="2600" dirty="0"/>
              <a:t>Leading cloud provider with extensive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Microsoft Azure:</a:t>
            </a:r>
          </a:p>
          <a:p>
            <a:pPr marL="0" indent="0">
              <a:buNone/>
            </a:pPr>
            <a:r>
              <a:rPr lang="en-IN" sz="2600" dirty="0"/>
              <a:t>Strong integration with Microsoft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Google Cloud:</a:t>
            </a:r>
          </a:p>
          <a:p>
            <a:pPr marL="0" indent="0">
              <a:buNone/>
            </a:pPr>
            <a:r>
              <a:rPr lang="en-IN" sz="2600" dirty="0"/>
              <a:t>Focus on data analytics and AI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Arial Black" panose="020B0A04020102020204" pitchFamily="34" charset="0"/>
              </a:rPr>
              <a:t>IBM Cloud, Oracle Cloud:</a:t>
            </a:r>
          </a:p>
          <a:p>
            <a:pPr marL="0" indent="0">
              <a:buNone/>
            </a:pPr>
            <a:r>
              <a:rPr lang="en-IN" sz="2600" dirty="0"/>
              <a:t>Enterprise-focused solutions</a:t>
            </a:r>
          </a:p>
        </p:txBody>
      </p:sp>
    </p:spTree>
    <p:extLst>
      <p:ext uri="{BB962C8B-B14F-4D97-AF65-F5344CB8AC3E}">
        <p14:creationId xmlns:p14="http://schemas.microsoft.com/office/powerpoint/2010/main" val="3622679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198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Algerian</vt:lpstr>
      <vt:lpstr>Arial</vt:lpstr>
      <vt:lpstr>Arial Black</vt:lpstr>
      <vt:lpstr>Garamond</vt:lpstr>
      <vt:lpstr>Wingdings</vt:lpstr>
      <vt:lpstr>Organic</vt:lpstr>
      <vt:lpstr>Cloud Computing</vt:lpstr>
      <vt:lpstr>Introduction to Cloud Computing</vt:lpstr>
      <vt:lpstr>Types of Cloud</vt:lpstr>
      <vt:lpstr>Cloud Service Models </vt:lpstr>
      <vt:lpstr>Major Cloud Providers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Sunny Barve</dc:creator>
  <cp:lastModifiedBy>Sunny Barve</cp:lastModifiedBy>
  <cp:revision>3</cp:revision>
  <dcterms:created xsi:type="dcterms:W3CDTF">2024-10-16T04:31:23Z</dcterms:created>
  <dcterms:modified xsi:type="dcterms:W3CDTF">2024-10-16T04:53:30Z</dcterms:modified>
</cp:coreProperties>
</file>